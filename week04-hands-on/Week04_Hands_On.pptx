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 만들고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바이브코딩 체험하기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실습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소요시간: 약 105분  |  VSCode + AI 대화 경험 필요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김형진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오늘의 흐름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30352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준비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폴더 열기 &amp; 파일 확인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하네스 개념 이해하기 — 3단계 비교 체험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 만들기 — 같이 한 줄씩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만든 MD로 바이브코딩 체험 — AI한테 코드 시키기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여러 파일 합치기 체험 — 실전 느낌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 &amp; 다음 과제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(어드밴스) DB + Flask 시각화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0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하네스 개념 이해하기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AI를 "그냥 쓰는 것"과 "체계적으로 제어하는 것"은 완전히 다릅니다.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하네스(Harness)란?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 = AI를 내 업무에 맞게 제어하는 장치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 1: 파견 직원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하네스 없이 → "일 해주세요" → 뭘 해야 하는지 몰라 엉뚱한 일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하네스 있게 → 업무 매뉴얼 + 규칙집 → 우리 방식대로 정확히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 2: 내비게이션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하네스 없이 → "서울 가주세요"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하네스 있게 → "서울 강남구 테헤란로 152, 고속도로, 톨게이트 회피"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하네스 없이 vs 하네스 있게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하네스 없이 (그냥 채팅)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하네스 있게 (제어된 환경)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AI가 아는 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아무것도 모름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매번 처음부터 설명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 업무, 파일, 규칙을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미리 알고 있음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 품질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일반적인 답변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우리 상황과 안 맞음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우리 상황에 맞는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정확한 결과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반복 작업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매번 같은 설명을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다시 해야 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 번 설정하면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계속 적용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실수 방지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AI가 알아서 판단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위험할 수 있음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규칙을 정해서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실수를 막음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Code의 하네스 구성요소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32918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CLAUDE.md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= 업무 설명서 — "나는 재경팀이고, 매월 경비를 정리해"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프로젝트 파일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= 실제 데이터 — data/ 폴더의 엑셀 파일들을 직접 봄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설정(Settings)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= 행동 규칙 — "코드는 항상 한국어 주석으로"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훅(Hooks)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= 자동 점검 — "코드를 만들면 자동으로 검사 실행"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실습: ①과 ②를 직접 만들어봅니다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직접 체험: 3단계로 차이 느껴보기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프롬프트를 3가지 환경에서 시켜봅니다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프롬프트: </a:t>
            </a:r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"경비 정리하는 코드 만들어줘."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7863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94560"/>
                <a:gridCol w="1371600"/>
                <a:gridCol w="13716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하네스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체험 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체험 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있음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체험 ③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있음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있음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2에서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체험 ①: claude.ai에서 시키기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25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경비 정리하는 코드 만들어줘.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포인트: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파일(경비내역.xlsx)을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모르니까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가짜 예시 데이터를 만들어냄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코드만 보여주고 끝 — 직접 복사해서 실행해야 함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팀 양식, 사내 규칙을 전혀 반영하지 못함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체험 ②: Claude Code (MD 없이)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체험 ①과 달라진 점 (도구의 힘):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data/ 폴더의 경비내역.xlsx를 직접 열어봄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실제 컬럼명에 맞춰 코드를 만듦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코드를 실행까지 해서 결과가 바로 나옴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하지만 아직 부족한 점: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파일명이 아무 이름 (우리 양식: [재경]경비정리_YYYYMM_v1.xlsx)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"경비총괄표" 시트 없음 (팀장 보고용 양식을 모름)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일반경비/특별경비 분류 안 함 (사내 규칙을 모름)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접대비 구간별 비고 표시 안 함 (기준 금액을 모름)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부서 순서가 가나다순 (고정 순서를 모름)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0 핵심 정리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AI를 잘 쓴다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좋은 </a:t>
            </a:r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</a:t>
            </a:r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만든다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AI가 일할 환경을 잘 세팅한다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"프롬프트를 잘 쓰는 것"보다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"하네스를 잘 만드는 것"이 더 중요합니다.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프롬프트는 매번 바뀌지만, 하네스는 한 번 만들면 계속 쓸 수 있으니까요.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 만들기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"내가 누군지, 무슨 업무를 하는지" 알려주는 파일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 = AI에게 주는 인수인계서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사람에게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AI에게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"우리 팀은 재경팀이야"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CLAUDE.md에 팀 소개 작성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"매월 말에 환율 보고서 만들어"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CLAUDE.md에 업무 설명 작성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"엑셀 양식은 이거야"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CLAUDE.md에 입출력 설명 작성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2004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CLAUDE.md가 있으면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AI가 우리 상황을 알고 맞춤형 코드를 만들어줌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CLAUDE.md가 없으면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AI가 추측해서 엉뚱한 코드를 만들 수 있음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방법 A: 기존 문서로 CLAUDE.md 만들기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업무 매뉴얼, 인수인계서 등이 있는 경우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Claude.ai에 접속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기존 문서 파일을 첨부 (docx, pptx, pdf 등)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아래 프롬프트를 붙여넣기: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7863840" cy="2194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"첨부한 문서는 내 업무에 대한 설명이야.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이 내용을 CLAUDE.md로 변환해줘.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특히 결과물 양식은 회사에서 실제로 쓰는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파일명, 시트 구성, 규칙을 구체적으로 적어줘"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617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AI가 만들어준 결과를 VSCode CLAUDE.md에 복사-붙여넣기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내용을 읽어보고 틀린 부분만 수정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방법 B: 처음부터 작성하기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CLAUDE.md의 기본 구조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경비 정리 자동화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업무 개요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매월 경비 내역을 정리 → 팀장 보고용 엑셀 생성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입력 데이터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data/경비내역.xlsx: 일자, 부서, 항목, 금액, 결제방법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결과물 양식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파일명 규칙 / 시트 구성 / 사내 규칙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기술 환경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/ 한국어 주석 / openpyxl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경비 정리 예시: 시트 구성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시트 1: "경비총괄표"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팀장이 먼저 보는 요약. 구분/건수/일반경비/특별경비/합계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부서 순서: 영업1팀 → 영업2팀 → 관리팀 → 합계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시트 2: "전체내역"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원본 + "경비구분" + "비고" 컬럼 추가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일자 기준 오름차순 정렬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시트 3: "개인카드_정산"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개인카드 사용건만 분리 (부서장 결재 → 환급)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정산상태 = "미정산" 기본값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경비 정리 예시: 사내 규칙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경비 분류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4572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교통비, 식대, 사무용품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일반경비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접대비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특별경비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비고 표시 규칙</a:t>
            </a:r>
            <a:endParaRPr lang="en-US" sz="18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54680"/>
          <a:ext cx="78638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접대비 10만원 이상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※ 증빙 첨부 필수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접대비 5~10만원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※ 팀장 사전승인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개인카드 (위 해당 없음)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개인카드 - 정산대상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잘 쓴 CLAUDE.md의 특징</a:t>
            </a:r>
            <a:endParaRPr lang="en-US" sz="3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좋은 예 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나쁜 예 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파일명: [재경]경비정리_YYYYMM_v1.xlsx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"결과 파일 만들기"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접대비 10만원 이상: ※ 증빙 첨부 필수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"접대비 체크"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부서 순서: 영업1팀→영업2팀→관리팀→합계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"부서별로 정리"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개인카드 건은 정산상태=미정산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"개인카드 구분"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양식, 규칙, 프로세스를 </a:t>
            </a:r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구체적으로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쓸수록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"우리 회사 방식"대로 정확하게 만들어줍니다.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바이브코딩 체험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만든 CLAUDE.md를 활용해서 AI에게 코드를 시켜봅니다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바이브코딩이란?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7132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할 일:  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한국어로 "이거 해줘" 설명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할 일: 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코드를 만들어줌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할 일:  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버튼만 누르기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코드를 외울 필요 없습니다.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한국어로 잘 설명하는 것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핵심입니다.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체험 ③: 하네스 완성 후 결과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CLAUDE.md가 있는 상태에서 같은 프롬프트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CLAUDE.md를 자동으로 읽음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파일명: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[재경]경비정리_202603_v1.xlsx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우리 팀 양식대로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번째 시트: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"경비총괄표"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팀장 보고용 정해진 양식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 순서: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영업1팀→영업2팀→관리팀→합계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가나다순이 아님!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접대비 120,000원 →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"※ 증빙 첨부 필수"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접대비 95,000원 → "※ 팀장 사전승인"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개인카드 정산 시트: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정산상태 = "미정산"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3단계 비교 완성</a:t>
            </a:r>
            <a:endParaRPr lang="en-US" sz="3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2377440"/>
                <a:gridCol w="2377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claude.ai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Code (MD 없이)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Code (MD 있게)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 접근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코드 실행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파일명 양식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경비총괄표 시트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경비 분류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접대비 비고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부서 순서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114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①→② = 도구의 차이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②→③ = 하네스의 차이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도구, 같은 프롬프트인데 "우리 회사 양식"대로 결과가 나온다.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여러 파일 합치기 체험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법인별 엑셀 5개를 하나로 합치는 자동화 첫걸음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현실 문제 &amp; 데이터 확인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25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"해외법인이 20개인데, 매달 각각 엑셀 파일을 보내옴.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하나하나 열어서 복사-붙여넣기 하는 데 반나절..."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78638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004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법인_US01_미국.xlsx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미국법인 1~3월 매출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법인_JP01_일본.xlsx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일본법인 1~3월 매출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법인_CN01_중국.xlsx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중국법인 1~3월 매출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법인_DE01_독일.xlsx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독일법인 1~3월 매출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법인_VN01_베트남.xlsx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베트남법인 1~3월 매출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같은 양식: 월, 계정과목, 통화, 금액, 비고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AI에게 시키기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+ CLAUDE.md (간단)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65760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법인별 매출 엑셀 5개를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하나로 합쳐줘.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파일명에서 법인코드, 법인명 추출.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법인별/월별 합계도 만들어줘.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(상세 프롬프트 필요)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645920"/>
            <a:ext cx="393192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17373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data/에 "법인_"으로 시작하는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xlsx 5개 읽어서 합쳐.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법인코드/법인명 컬럼 추가.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피벗테이블 정리.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openpyxl 사용, 한국어 주석...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하네스가 있으면 4줄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없으면 15줄 이상 설명이 필요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에러가 나면?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메시지를 그대로 AI에게 보여주세요: "이 에러 고쳐줘"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이것도 바이브코딩의 일부입니다!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 (어드밴스)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 + Flask 웹 시각화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데이터를 DB에 넣고 브라우저에서 보는 대시보드 만들기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엑셀 vs DB &amp; 전체 흐름</a:t>
            </a:r>
            <a:endParaRPr lang="en-US" sz="3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엑셀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(데이터베이스)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.xlsx 파일 하나하나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하나의 DB에 테이블 여러 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찾기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Ctrl+F, 필터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한 줄로 정확히 검색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합치기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복사-붙여넣기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한 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동시 접근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 명만 편집 가능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여러 명 동시 가능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100만 행 한계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수억 행 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흐름: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엑셀 → DB에 넣기    →    </a:t>
            </a:r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 조회 (SQL)    →    </a:t>
            </a:r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Flask 웹 시각화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E.O.D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배운 것: 하네스 &gt; 프롬프트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4주차 실습: CLAUDE.md 만들고 바이브코딩 체험하기</dc:title>
  <dc:subject>PptxGenJS Presentation</dc:subject>
  <dc:creator>김형진</dc:creator>
  <cp:lastModifiedBy>김형진</cp:lastModifiedBy>
  <cp:revision>1</cp:revision>
  <dcterms:created xsi:type="dcterms:W3CDTF">2026-04-02T22:52:54Z</dcterms:created>
  <dcterms:modified xsi:type="dcterms:W3CDTF">2026-04-02T22:52:54Z</dcterms:modified>
</cp:coreProperties>
</file>