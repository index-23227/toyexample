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6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매달 반복되는 일을 한 방에: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자동화 파이프라인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 실습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소요시간: 약 115분  |  week04 엑셀 + week05 DB 경험 필요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김형진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지금까지 한 것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719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엑셀 8개 → Python으로 합치기 → 결과 엑셀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데이터를 DB에 → AI가 SQL 조회 → 웹 대시보드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40050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모든 과정을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번의 명령으로, 매일 자동으로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 만들 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82880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오전 11:30 (Windows 작업 스케줄러가 자동 실행)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10312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 (Step 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283464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fetch_rates.py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 API (Step 2)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283464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import_sales.py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 → DB (Step 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37490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sales.db (week05)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374904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logs/YYYYMMDD.log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 대시보드 새로고침 → 최신 데이터가 바로 보임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 배울 3가지 개념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멱등성 (Idempotency)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걸 몇 번 돌려도 결과가 같아야 한다"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실수로 두 번 돌려도 DB가 오염되지 않는 안전장치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외부 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DB 바깥의 데이터를 요청으로 받아오기"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한국수출입은행에 "오늘 환율 주세요" 라고 요청을 보냄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스케줄 / 주기 실행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"내가 PC 앞에 없어도 컴퓨터가 알아서 돌림"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작업 스케줄러에 등록만 하면 매일 자동 실행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→ DB 자동 반영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시키면 멱등성까지 알아서 챙겨줍니다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import_sales.py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data/incoming/ 폴더의 법인 엑셀 8개를 DB에 자동 반영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폴더 스캔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법인_*.xlsx 8개 읽기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66160" y="1463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법인코드 파싱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법인_US01_미국.xlsx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89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92240" y="14630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DB UPSERT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(corp_code, month)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덮어쓰기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786384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이렇게 말하면 알아서 만들어줍니다: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063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data/incoming/ 폴더의 법인 엑셀 8개를 읽어서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monthly_sales에 반영하는 import_sales.py를 만들어줘.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중요: 같은 (법인코드, 월) 조합이 이미 있으면 덮어쓰기.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번 돌려도 행이 중복되지 않아야 해.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멱등성 (Idempotency)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자동화의 핵심 안전장치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"같은 걸 몇 번 돌려도 결과가 같아야 한다"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재경팀에서 제일 무서운 실수:
</a:t>
            </a: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"저 혹시 이거 한 번 더 돌려도 돼요?"
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멱등성이 지켜지면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돌려도 된다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지켜지면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→  안 된다 (매출이 두 배로 뻥튀기)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INSERT ... ON CONFLICT DO UPDATE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"있으면 덮어쓰고, 없으면 넣는다" — Claude가 CLAUDE.md 보고 </a:t>
            </a: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알아서 적용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멱등성 시연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스크립트를 두 번 돌려도 결과가 같다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1회차 실행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 파일: 8개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 행:   48건 (UPSERT)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monthly_sales 총 행 수: 48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2회차 실행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657600" cy="128016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 파일: 8개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처리 행:   48건 (UPSERT)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monthly_sales 총 행 수: 48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그대로!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총 행 수가 그대로. 같은 엑셀을 실수로 10번 돌려도 DB는 멀쩡.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"실수로 한 번 더 돌렸는데 괜찮은지" 걱정할 필요 없음 = 멱등성!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시연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순서대로 시킵니다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스크립트 생성 +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import_sales.py를 실행해서 결과를 보여줘.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멱등성 검증 (핵심!)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import_sales.py를 한 번 더 돌려줘.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monthly_sales의 행 수가 그대로인지 확인해줘.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데이터 변경 시뮬레이션 (시간 남으면)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593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미국법인의 2026-03 금액을 200000으로 바꾸고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import_sales.py를 다시 돌려줘.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DB에 잘 반영됐는지 SELECT로 확인해줘.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인덱스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DB가 지켜주는 안전장치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UNIQUE INDEX ux_sales_corp_month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monthly_sales(corp_code, month);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말하면:
"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corp_code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랑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같은 행은 DB에 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오직 한 개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존재할 수 있다."
이 규칙이 있으니까 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"똑같은 건 자동으로 거부되거나 업데이트된다"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보장됩니다.
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이것도 Claude가 CLAUDE.md 보고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알아서 넣어줍니다.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환율 API 자동 갱신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API 함정까지 알아서 처리합니다 — CLAUDE.md에 규칙만 적으면 됩니다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한국수출입은행 오픈API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서버에 데이터를 요청해서 받아오기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2042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엔드포인트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authkey (무료 발급)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searchdate (YYYYMMDD), data=AP01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배열 — 통화별 매매기준율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 라이브러리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urllib.request (표준 라이브러리만!)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520440"/>
            <a:ext cx="7863840" cy="1143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22960" y="35478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이렇게 말하면 알아서 만들어줍니다: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38875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한국수출입은행 오픈API에서 오늘 환율을 받아와서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exchange_rates에 저장하는 fetch_rates.py 만들어줘.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규칙은 CLAUDE.md에 있어.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현실 함정 ① 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API가 주는 데이터를 "그대로 쓰면 안 되는" 이유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①  JPY는 100엔 단위로 온다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863840" cy="599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응답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우리가 해야 할 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JPY(100) = 920.00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100엔에 920원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 100 → JPY = 9.20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하면? 환율이 100배 튀는 대형 사고!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②  CNY가 CNH로 온다</a:t>
            </a:r>
            <a:endParaRPr lang="en-US" sz="18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7863840" cy="599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API가 주는 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우리 DB에 저장할 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CNH (역외위안)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 (위안)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사실상 동일 환율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같은 통화도 시장·거래소에 따라 다른 코드. 매핑 규칙을 하네스에 적어야!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현실 함정 ③ ④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"없으면 뭘 할지"를 미리 정해둬야 한다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③  VND(베트남 동)는 API에 없다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 규칙: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DB에 있는 가장 최근 VND 환율을 재사용
  2. 그것도 없으면 하드코딩 상수 </a:t>
            </a: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사용
  3. 로그에 "VND: 폴백값 사용" 경고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함정 ④  주말·공휴일·오전 11시 이전 = 빈 응답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토요일에 호출하면: </a:t>
            </a: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(빈 배열) — 에러 아님, "데이터 없음"
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직전 영업일 환율을 오늘 날짜로 복사 + 로그 기록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</a:t>
            </a: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4가지 함정은 Claude가 CLAUDE.md 보고 알아서 처리합니다!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시연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순서대로 시킵니다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환경 설정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.env.example을 .env로 복사해줘.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키는 (강사가 공유한 키) 로 설정해줘.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스크립트 생성 +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fetch_rates.py를 실행해서 결과 보여줘.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주말 폴백 시뮬레이션 (시간 남으면)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593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fetch_rates.py를 searchdate=20260104 (일요일)로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돌려봐. 폴백 로직이 잘 동작하는지 확인해줘.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파이프라인 묶기 + 로그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"하나로 묶고 로그 남겨줘"라고 말하면 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만들어주는 파이프라인 오케스트레이터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상태: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fetch_rates.py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import_sales.py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묶은 후: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657600" cy="6400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run_pipeline.py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만들어주는 구조: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fetch_rates.py, import_sales.py를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함수로 import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해서 호출
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(subprocess 아님 — 에러 메시지 전달이 편함)
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환율 갱신 → 매출 import 순서대로 실행
• 한 단계 실패해도 다음 단계는 진행 (독립적)
• 여러분은 Claude에게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"묶어줘"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라고 말하면 됩니다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로그: 자동화의 생명줄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안 볼 때 돌아가는 시스템은 로그가 전부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없으면: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"뭐가 문제야?" → "모르겠어요"  (일주일 뒤 발견)
</a:t>
            </a: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있으면: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"이 날짜 로그 보여줘" → 원인 확인 3초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logs/20260409.log: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786384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2026-04-09 09:00:12 파이프라인 시작 =====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[환율 갱신] 시작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[환율 갱신] USD=1,350  JPY=9.20  CNY=186  VND=0.056 (폴백)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[환율 갱신] 완료 (1.2초)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[매출 import] 시작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[매출 import] 8개 파일: UPSERT 48건 (총 48행)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[매출 import] 완료 (0.3초)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2026-04-09 09:00:13 파이프라인 완료 (1.5초) =====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실패 복구: "그냥 다시 돌리면 된다"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 덕분에 복구가 간단합니다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시나리오: 어제 환율 API가 장애 → 오늘 복구
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어제: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[환율 갱신] 실패 로그 / [매출 import] 정상 완료
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exit code 1 / failure flag 생성
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오늘: .env 키 복구 후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 다시 실행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환율 정상 갱신
   → 매출 행 수 </a:t>
            </a: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(멱등성!)
   → exit code 0 / failure flag 자동 삭제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멱등성은 "편의 기능"이 아니라 복구 가능성의 근간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"실수로 한 번 더 돌려도 괜찮다" → 자동화가 무서운 것에서 편한 것으로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시연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순서대로 시킵니다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파이프라인 생성 +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run_pipeline.py를 돌리고,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생성된 로그 파일을 보여줘.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로그 누적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run_pipeline.py를 3번 연속으로 돌려줘.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 파일이 덮어쓰여졌는지, append 됐는지 확인해줘.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일부러 실패시켜보기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5935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.env의 KOREAEXIM_AUTHKEY를 일부러 잘못된 값으로 바꾸고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run_pipeline.py를 돌려줘. 로그와 exit code를 보여줘.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끝나면 .env를 원래대로 복구해줘.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&amp; 5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스케줄 + 모니터링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스크립트도 Claude가 만들어줍니다. 여러분은 실행만.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작업 스케줄러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오전 11:30에 자동 실행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오전 11:30인가?
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한국수출입은행 환율은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 오전 11:00 이후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게시
• 11:00에서 30분 여유 → 게시 지연·네트워크 지연 커버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스케줄 시각 = 데이터가 언제 준비되는지부터 확인!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스크립트 핵심: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786384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$TaskName = "Week06Pipeline"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$Action   = New-ScheduledTaskAction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-Execute $PyPath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-Argument $Script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-WorkingDirectory $WorkDir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$Trigger  = New-ScheduledTaskTrigger -Daily -At 11:30am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Register-ScheduledTask -TaskName $TaskName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모니터링: 실패를 눈에 보이게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자동화의 무서운 점 — 내가 안 볼 때 돌아간다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로그는 "이미 문제를 알고 있을 때" 원인을 찾는 도구.
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발견하는 도구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따로 필요합니다.
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실패 시: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data/failure_YYYYMMDD.flag 파일 생성
  2. 바탕화면에 '파이프라인_실패_YYYYMMDD.txt' 요약 파일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다음 날 아침 PC 켤 때 눈에 들어옴
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week05 대시보드 상단에 </a:t>
            </a: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배너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표시
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성공 시 (복구):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901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failure flag 자동 삭제
  • 대시보드 빨간 배너 사라짐
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이미 보고 있는 곳(대시보드)에 알리기!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&amp; 5 시연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Claude에게 순서대로 시킵니다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스케줄러 등록 스크립트 생성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run_pipeline.py를 매일 오전 11:30에 자동 실행하는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작업 스케줄러 등록용 PowerShell 스크립트를 만들어줘.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이름은 Week06Pipeline.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모니터링 기능 추가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run_pipeline.py에 실패 시 failure flag 파일 생성하고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바탕화면에 알림 txt 만드는 기능 추가해줘.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성공하면 flag 자동 삭제.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실패→복구 시연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959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키를 일부러 틀리게 → 실행 → flag 확인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 복구 → 재실행 → flag 삭제 확인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오늘의 핵심 정리</a:t>
            </a:r>
            <a:endParaRPr lang="en-US" sz="3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1981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배운 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 요약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멱등성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걸 여러 번 돌려도 안전해야 한다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 API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남이 주는 데이터는 절대 "그대로" 쓰지 마라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내가 안 볼 때 돌아가는 시스템은 로그가 전부다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사람이 누르지 않아도 돌아가게 만드는 게 자동화의 완성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과제: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업무 중 하나를 자동화해 오세요.
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"매달/매주/매일 반복되는 것" → "입력은 어디서?" → "출력은 어디로?"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E.O.D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1934</Words>
  <Application>Microsoft Office PowerPoint</Application>
  <PresentationFormat>화면 슬라이드 쇼(16:9)</PresentationFormat>
  <Paragraphs>287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06 — 매달 반복되는 일을 한 방에: 자동화 파이프라인</dc:title>
  <dc:subject>PptxGenJS Presentation</dc:subject>
  <dc:creator>김형진</dc:creator>
  <cp:lastModifiedBy>김형진</cp:lastModifiedBy>
  <cp:revision>4</cp:revision>
  <dcterms:created xsi:type="dcterms:W3CDTF">2026-04-10T07:07:49Z</dcterms:created>
  <dcterms:modified xsi:type="dcterms:W3CDTF">2026-04-10T07:10:39Z</dcterms:modified>
</cp:coreProperties>
</file>